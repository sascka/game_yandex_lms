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4630400" cy="8229600"/>
  <p:notesSz cx="8229600" cy="14630400"/>
  <p:embeddedFontLst>
    <p:embeddedFont>
      <p:font typeface="Roboto" panose="02000000000000000000" pitchFamily="2" charset="0"/>
      <p:regular r:id="rId12"/>
    </p:embeddedFont>
    <p:embeddedFont>
      <p:font typeface="Saira Medium" panose="020B060402020202020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190" y="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30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Космический Шутер</a:t>
            </a:r>
            <a:endParaRPr lang="en-US" sz="445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6E3764-C24C-D443-628C-7E0ABE2F6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1394"/>
            <a:ext cx="554366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 err="1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Введение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28909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ИДЕЯ ПРОЕКТА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0545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Динамичная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2D-игра в жанре космического экшена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726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Цель игрока: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90655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Управлять космическим кораблём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Уничтожать волны врагов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Набирать максимальный счёт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Проходить уровни сложности и в конце убить босса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2" y="5997505"/>
            <a:ext cx="44917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Особенность: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Постепенное увеличение </a:t>
            </a: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сложности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ru-RU" sz="175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 системой прогрессии</a:t>
            </a:r>
            <a:endParaRPr lang="en-US" sz="17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01740E-7AFC-5EB4-727E-412383F7C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DD5AD4E-D4B9-0CFC-5040-31BFF88D2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08780"/>
            <a:ext cx="6310168" cy="4412039"/>
          </a:xfrm>
          <a:prstGeom prst="rect">
            <a:avLst/>
          </a:prstGeom>
          <a:scene3d>
            <a:camera prst="orthographicFront"/>
            <a:lightRig rig="threePt" dir="t"/>
          </a:scene3d>
          <a:sp3d contourW="38100">
            <a:contourClr>
              <a:schemeClr val="bg2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8163"/>
            <a:ext cx="45379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Технологии - Часть 1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55865"/>
            <a:ext cx="499241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ПРИМЕНЁННЫЕ ТЕХНОЛОГИИ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921318"/>
            <a:ext cx="1304282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Библиотека: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Python Arcade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Архитектура: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Объектно-ориентированное программирование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зависимостями: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requirements.txt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652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Реализованные функции: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83296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Спрайты и анимация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столкновений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Камера с эффектами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частиц для взрывов</a:t>
            </a:r>
            <a:endParaRPr lang="en-US" sz="17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203793-3363-E763-919A-EE4456556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EFD863-E1D8-4E5E-5DEA-57F713F28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829" y="2044515"/>
            <a:ext cx="3270314" cy="4349987"/>
          </a:xfrm>
          <a:prstGeom prst="rect">
            <a:avLst/>
          </a:prstGeom>
          <a:scene3d>
            <a:camera prst="orthographicFront"/>
            <a:lightRig rig="threePt" dir="t"/>
          </a:scene3d>
          <a:sp3d contourW="38100">
            <a:contourClr>
              <a:schemeClr val="bg2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9196"/>
            <a:ext cx="46412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Технологии - Часть 2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46898"/>
            <a:ext cx="611421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ДОПОЛНИТЕЛЬНЫЕ ВОЗМОЖНОСТИ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6123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Интерфейс: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30404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Стартовое меню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Игровой экран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Экран окончания игры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Таблица рекордов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372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Хранение данных: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55307"/>
            <a:ext cx="1304282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Сохранение результатов в CSV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Топ-10 лучших игроков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История игр</a:t>
            </a:r>
            <a:endParaRPr lang="en-US" sz="17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AAD5B6-89A0-BC76-55C8-9FFBEA7BE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878313-0008-4CAB-65DB-3E79C1281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539" y="690485"/>
            <a:ext cx="4445918" cy="3108564"/>
          </a:xfrm>
          <a:prstGeom prst="rect">
            <a:avLst/>
          </a:prstGeom>
          <a:scene3d>
            <a:camera prst="orthographicFront"/>
            <a:lightRig rig="threePt" dir="t"/>
          </a:scene3d>
          <a:sp3d contourW="38100">
            <a:contourClr>
              <a:schemeClr val="bg2"/>
            </a:contourClr>
          </a:sp3d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D421A1-52F1-CFB4-0847-1BB6F8FE9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539" y="4482204"/>
            <a:ext cx="4445918" cy="3147514"/>
          </a:xfrm>
          <a:prstGeom prst="rect">
            <a:avLst/>
          </a:prstGeom>
          <a:scene3d>
            <a:camera prst="orthographicFront"/>
            <a:lightRig rig="threePt" dir="t"/>
          </a:scene3d>
          <a:sp3d contourW="38100">
            <a:contourClr>
              <a:schemeClr val="bg2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38E7909-B323-60D0-55FC-79C75F858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8276" y="2793801"/>
            <a:ext cx="4143521" cy="2918444"/>
          </a:xfrm>
          <a:prstGeom prst="rect">
            <a:avLst/>
          </a:prstGeom>
          <a:scene3d>
            <a:camera prst="orthographicFront"/>
            <a:lightRig rig="threePt" dir="t"/>
          </a:scene3d>
          <a:sp3d contourW="38100">
            <a:contourClr>
              <a:schemeClr val="bg2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5168"/>
            <a:ext cx="47174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Архитектура - Классы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02869"/>
            <a:ext cx="343876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СТРУКТУРА ПРОЕКТА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9723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Игровые объекты: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39371"/>
            <a:ext cx="6244709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Player - управляемый корабль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Enemy (3 типа: basic, fast, tank) — враги с </a:t>
            </a: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разными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характеристиками</a:t>
            </a:r>
            <a:r>
              <a:rPr lang="en-AU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ru-RU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скорость, урон и здоровье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Boss - финальный босс с тремя фазами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Bullet - снаряды игрока и врагов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PowerUp - система бонусов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9723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Системы: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39371"/>
            <a:ext cx="624470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ParticleSystem - эффекты взрывов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StarField - анимированный фон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 - тряска экрана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8322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Views (окна):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399193"/>
            <a:ext cx="624470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MenuView - стартовое меню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GameView - основная игра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HighScoreView - рекорды</a:t>
            </a:r>
            <a:endParaRPr lang="en-US" sz="175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78F0C7-C0D8-94DA-2445-532780D1E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42342"/>
            <a:ext cx="4478417" cy="55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Игровой процесс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83669" y="1290399"/>
            <a:ext cx="3358872" cy="419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МЕХАНИКА ИГРЫ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3669" y="2041803"/>
            <a:ext cx="1306306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WASD - движение | SPACE - стрельба | P - пауза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3669" y="2646402"/>
            <a:ext cx="1306306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Враги: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3669" y="3251002"/>
            <a:ext cx="13063061" cy="106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🔴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Обычные - базовая скорость и здоровье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🟠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Быстрые - высокая скорость, меньше HP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🟣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Танки - медленные, много HP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3669" y="4567568"/>
            <a:ext cx="1306306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Прогрессия уровней: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3669" y="5172168"/>
            <a:ext cx="13063061" cy="142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Уровень 1: 0-500 очков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Уровень 2: 500-1500 очков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Уровень 3: 1500-3000 очков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Уровень 4: 5000 очков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83669" y="6844723"/>
            <a:ext cx="1306306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Особенности: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Увеличение скорости спавна </a:t>
            </a: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врагов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ru-RU" sz="175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 их здоровья на каждом уровне</a:t>
            </a:r>
            <a:endParaRPr lang="en-US" sz="17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56A5597-1B04-B5E0-C69C-3FB274A2B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2D02357-98FC-E906-044F-2DA5012C3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396" y="2502506"/>
            <a:ext cx="5064941" cy="3538382"/>
          </a:xfrm>
          <a:prstGeom prst="rect">
            <a:avLst/>
          </a:prstGeom>
          <a:scene3d>
            <a:camera prst="orthographicFront"/>
            <a:lightRig rig="threePt" dir="t"/>
          </a:scene3d>
          <a:sp3d contourW="38100">
            <a:contourClr>
              <a:schemeClr val="bg2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65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Статистика проекта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8220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ОБЪЁМ РАБОТЫ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909" y="1559599"/>
            <a:ext cx="6407944" cy="2679263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443" y="1809274"/>
            <a:ext cx="4482108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📊</a:t>
            </a: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Количественные показатели: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6443" y="2299693"/>
            <a:ext cx="5908596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AU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r>
              <a:rPr lang="ru-RU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r>
              <a:rPr lang="en-AU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строк кода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классов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методов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констант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728275"/>
            <a:ext cx="6408063" cy="2679263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3464" y="4977949"/>
            <a:ext cx="2835235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📈</a:t>
            </a: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Качество кода: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3464" y="5468368"/>
            <a:ext cx="5908715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Соответствие PEP 8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Говорящие имена переменных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Отсутствие дублирования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Разделение ответственности</a:t>
            </a:r>
            <a:endParaRPr lang="en-US" sz="175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A3CDDC4-9542-1351-4B02-B4485C34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79E55ED-5D4B-1F27-34DD-584862C3A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0375" y="556221"/>
            <a:ext cx="3763625" cy="7117157"/>
          </a:xfrm>
          <a:prstGeom prst="rect">
            <a:avLst/>
          </a:prstGeom>
          <a:scene3d>
            <a:camera prst="orthographicFront"/>
            <a:lightRig rig="threePt" dir="t"/>
          </a:scene3d>
          <a:sp3d contourW="38100">
            <a:contourClr>
              <a:schemeClr val="bg2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1792"/>
            <a:ext cx="5162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Возможности развития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609493"/>
            <a:ext cx="346281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ПЛАНЫ НА БУДУЩЕЕ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7901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Геймплей: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45994"/>
            <a:ext cx="3978116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Разные виды оружия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Использование музыки и скины персонажей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апгрейдов корабля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Дополнительные типы врагов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57901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Визуал и звук: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4145994"/>
            <a:ext cx="3978116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Реальные спрайты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Анимированные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взрывы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872067" y="357901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4145994"/>
            <a:ext cx="3978116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достижений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Мультиплеер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Режим бесконечной игры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Онлайн таблица лидеров</a:t>
            </a:r>
            <a:endParaRPr lang="en-US" sz="175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DD2A52-CA34-5AA8-B20C-12C66343B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809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Заключение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257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ВЫВОДЫ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3912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Достигнутые цели: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09305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Создана полнофункциональная игра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Применены все требуемые технологии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Код соответствует стандартам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Реализована расширяемая архитектура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161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Полученные навыки: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34207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игр на Python Arcade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Объектно-ориентированное программирование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Проектирование игровой архитектуры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Работа с данными и файлами</a:t>
            </a:r>
            <a:endParaRPr lang="en-US" sz="17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754DB7-5ACB-3754-4094-73FDEFB0E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397" y="7762810"/>
            <a:ext cx="1991003" cy="46679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E062FB1-15B5-F3B6-2D1F-7D02CA66D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192" y="1446998"/>
            <a:ext cx="6922179" cy="5420326"/>
          </a:xfrm>
          <a:prstGeom prst="rect">
            <a:avLst/>
          </a:prstGeom>
          <a:scene3d>
            <a:camera prst="orthographicFront"/>
            <a:lightRig rig="threePt" dir="t"/>
          </a:scene3d>
          <a:sp3d contourW="38100">
            <a:contourClr>
              <a:schemeClr val="bg2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388</Words>
  <Application>Microsoft Office PowerPoint</Application>
  <PresentationFormat>Произвольный</PresentationFormat>
  <Paragraphs>110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Saira Medium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Александр Детчик</dc:creator>
  <cp:lastModifiedBy>Александр Детчик</cp:lastModifiedBy>
  <cp:revision>4</cp:revision>
  <dcterms:created xsi:type="dcterms:W3CDTF">2026-02-06T11:47:00Z</dcterms:created>
  <dcterms:modified xsi:type="dcterms:W3CDTF">2026-02-06T15:21:53Z</dcterms:modified>
</cp:coreProperties>
</file>